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 กลุ่มของเราทำเรื่องการทำนายว่าลูกค้าค่ายมือถือคนไหนกำลังจะย้ายค่าย (20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ในธุรกิจโทรคมนาคม ลูกค้าย้ายค่ายง่ายมาก ต้นทุนหาลูกค้าใหม่สูงกว่ารักษาคนเดิมหลายเท่า (อย่าอ้างตัวเลขเท่า เพราะไม่มีแหล่งอ้างอิง) ปัญหาคือบริษัทมีลูกค้าเป็นพัน แต่ทีมดูแลลูกค้ามีไม่กี่คน โทรหาทุกคนไม่ได้ เราจึงอยากรู้ว่าใครเสี่ยงที่สุด จะได้โทรหาคนนั้นก่อน (40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โจทย์เป็น Binary Classification ครับ แต่เราไม่ตอบแค่ ใช่หรือไม่ใช่ เราให้เป็นเปอร์เซ็นต์ เพราะทีมงานต้องเอาไปเรียงลำดับ ไม่ใช่เอาไปตัดสิน (40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ข้อมูลเป็นชุดตัวอย่างของ IBM ที่เผยแพร่บน Kaggle มี 7,043 ราย 19 ตัวแปร สิ่งสำคัญคือข้อมูลไม่สมดุล ยกเลิกแค่ 26.5% เรื่องนี้จะมีผลกับการเลือกตัวชี้วัด ถ้ามีเวลา: เจอกับดักคือคอลัมน์ค่าบริการสะสมมี 11 แถวที่เป็นช่องว่าง ไม่ใช่ค่าว่าง คำสั่งเช็คค่าว่างปกติจึงไม่เห็น (40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ก่อนสร้างโมเดล เราดูข้อมูลก่อน พบสามอย่างชัดมาก หนึ่ง สัญญารายเดือนยกเลิกมากกว่าสัญญาสองปีประมาณ 15 เท่า สอง ลูกค้าไฟเบอร์ยกเลิกเยอะ น่าจะเพราะแพง สาม ลูกค้าใหม่ครึ่งหนึ่งหายไปใน 6 เดือนแรก สามตัวนี้จะกลายเป็นฟีเจอร์ที่สำคัญที่สุด (50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ตัวแปร 16 จาก 19 ตัวเป็นข้อความ ต้องแปลงเป็นตัวเลขด้วย One-Hot ส่วนตัวเลขปรับสเกลให้เท่ากัน ทุกขั้นตอนอยู่ใน Pipeline เดียว และ fit เฉพาะกับชุดฝึก แล้วค่อยเอาไปแปลงชุดทดสอบ ถ้าถูกถามเรื่องค่าว่าง 11 แถว: ทั้งหมดมี tenure = 0 คือเพิ่งสมัคร ยังไม่เคยจ่าย เราจึงแทนด้วย 0 เพราะ 0 คือความจริง (50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เราสร้างฟีเจอร์เพิ่มสองตัวจากสมมติฐานทางธุรกิจ แต่พอเช็ค Correlation พบว่า AvgMonthlySpend แทบเป็นตัวเดียวกับค่าบริการรายเดือนที่มีอยู่แล้ว นี่คือเหตุผลที่ต้องทำ Feature Selection ต่อ (40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เราวัดความสำคัญด้วย Permutation Importance คือสุ่มสลับค่าในคอลัมน์นั้นทิ้ง แล้วดูว่าโมเดลแย่ลงแค่ไหน ถ้าไม่แย่ลงเลยแปลว่าฟีเจอร์นั้นไม่มีประโยชน์ แท่งสีแดงคือกลุ่มนั้น จุดสำคัญคือเราวัดบนชุด Validation ที่แบ่งออกมาจากชุดฝึก ไม่ได้ใช้ชุดทดสอบ เพราะถ้าใช้ชุดทดสอบเลือกฟีเจอร์แล้ววัดผลด้วยชุดทดสอบเดิม เท่ากับดูเฉลยก่อนสอบ นี่คือสไลด์ที่ได้คะแนนตอบคำถามมากที่สุด พูดช้า ๆ (60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พอตัดฟีเจอร์ที่ไม่มีประโยชน์ 5 ตัวออก คะแนนเปลี่ยนแค่ 0.0005 ซึ่งถือว่าเท่าเดิม ที่ต้องยอมรับตรง ๆ คือ Total_Addons ที่เราสร้างเองอยู่อันดับสุดท้ายและถูกตัดทิ้ง เพราะข้อมูลมันซ้ำกับตัวแปรบริการเสริม 6 ตัวที่มีอยู่แล้ว ห้ามพูดว่าการคัดเลือกทำให้ดีขึ้น ให้พูดว่าเท่าเดิมแต่ง่ายขึ้น (50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ก่อนดูผล ขออธิบายว่าทำไมเราไม่ใช้ Accuracy ข้อมูลเรามีคนไม่ยกเลิก 73.5% ถ้าโมเดลโง่ ๆ ทายว่าไม่ยกเลิกทุกคน ก็ได้ 73.5% แล้วโดยไม่ต้องเรียนรู้อะไร เราใช้ ROC-AUC ซึ่งวัดว่าโมเดลแยกสองกลุ่มได้ดีแค่ไหน 0.5 คือเดาสุ่ม 1.0 คือสมบูรณ์ (40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เราลอง 3 แบบ Logistic Regression เป็นตัวอ้างอิง Decision Tree อธิบายง่าย Random Forest จับความสัมพันธ์ซับซ้อนได้ ทุกตัวใช้ class_weight balanced ชดเชยข้อมูลไม่สมดุล จากนั้นทำ GridSearchCV กับ 5-Fold CV ผลคือไม่มีตัวไหนเปลี่ยนเกิน 0.002 เหตุผลคือค่าตั้งต้นเหมาะสมอยู่แล้ว และข้อมูลชุดนี้มีสัญญาณหลักอยู่ที่ตัวแปรไม่กี่ตัว เพดานจึงอยู่ที่ประมาณ 0.85 ห้ามพูดว่า Tuning ทำให้ดีขึ้น และห้ามพูดว่าล้มเหลว ให้พูดว่า Tuning ยืนยันว่าค่าที่ใช้เหมาะสมแล้ว (60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เราเลือก Logistic Regression เพราะได้ ROC-AUC สูงสุด ตีความได้ และไฟล์เล็กมาก จากตารางนี้ โมเดลจับคนที่ยกเลิกจริงได้ 293 จาก 374 คน คือ 78% แต่ในกลุ่มที่เตือน มีคนที่จริง ๆ ไม่ยกเลิกปนอยู่ครึ่งหนึ่ง Precision จึงแค่ 51% นี่คือข้อจำกัดที่เรารู้ และเป็นเหตุผลที่ระบบให้เป็นระดับความเสี่ยง ถ้าถูกถามว่าทำไมไม่เลือก Random Forest ที่ F1 สูงกว่า: ต่างกัน 0.0026 บนชุดทดสอบ 1,409 แถว ไม่มีนัยสำคัญ เลือกตัวที่ง่ายกว่า (60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เราเอาโมเดลไปทำเป็นเว็บด้วย Flask กรอก 19 ช่อง ได้เปอร์เซ็นต์กับคำแนะนำทันที ตัวอย่างบนคือลูกค้าใหม่สัญญารายเดือนใช้ไฟเบอร์ ได้ 62.6% ล่างคือลูกค้าเก่าสัญญาสองปี ได้ 3.3% ตรงกับที่ข้อมูลบอกไว้ในสไลด์ที่ 5 ตอน deploy เจอปัญหาจริงคือเซิร์ฟเวอร์มี scikit-learn คนละเวอร์ชัน ไฟล์โมเดลโหลดไม่ขึ้น เราแก้โดยเทรนใหม่บนเซิร์ฟเวอร์ Demo สด: เปิดเว็บไว้ล่วงหน้า กดปุ่มตัวอย่างลูกค้าเสี่ยงสูง ถ้าช้าเกิน 5 วินาที ใช้ภาพในสไลด์แทนทันที (70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สรุปครับ เราได้ระบบที่แยกลูกค้าเสี่ยงได้ดีกว่าเดาสุ่มอย่างชัดเจน และใช้งานได้จริง สิ่งที่เรียนรู้มากที่สุดไม่ใช่อัลกอริทึม แต่คือการวัดผลให้ถูก และการยอมรับว่าสิ่งที่คิดว่าจะช่วยอาจไม่ช่วย ขอบคุณครับ (40 วินาที)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เปิดหน้านี้ค้างไว้ระหว่างถาม-ตอบ ถ้าถูกถามเรื่อง Tuning ไป A / Data Leakage ไป B / SMOTE ไป C / Hyperparameters ไป D / ตัวแปร ไป 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ตอบเมื่อถูกถามว่า Tuning แล้วคะแนนลดลงแปลว่าทำผิดหรือเปล่า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ตอบเมื่อถูกถามว่า Data Leakage คืออะไร และป้องกันอย่างไร หรือคัดฟีเจอร์ด้วยชุดไหน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ตอบเมื่อถูกถามว่าทำไมไม่ใช้ SMOTE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ตอบเมื่อถูกถามว่าปรับค่าอะไรบ้าง และทำไมได้ค่านั้น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ตอบเมื่อถูกถามว่าตัวแปรไหนหมายถึงอะไร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ระบบทำนายการยกเลิกบริการของลูกค้า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ธุรกิจโทรคมนาคมด้วย Machine Learning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54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Telco Customer Churn Prediction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รายวิชา : Machine Learning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17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กลุ่ม: 1   สมาชิก: (กรอกชื่อและรหัสนักศึกษา)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ปีการศึกษา 2569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หาลูกค้าใหม่แพงกว่ารักษาลูกค้าเดิม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แต่ทีมดูแลลูกค้าโทรหาทุกคนไม่ไหว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7,043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94253"/>
            <a:ext cx="301752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ลูกค้าทั้งหมดในข้อมูล (ราย)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0" y="192024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2011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4572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1,869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3394253"/>
            <a:ext cx="301752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ลูกค้าที่ยกเลิกบริการ (ราย)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92024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2011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4572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26.5%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3394253"/>
            <a:ext cx="301752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อัตราการยกเลิก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คำถามของโครงงาน: ถ้าโทรได้จำกัด ควรโทรหาใครก่อน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636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ที่มา: Telco Customer Churn (IBM) บน Kaggle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กรอกข้อมูลลูกค้า 19 ช่อง ได้โอกาสยกเลิกเป็นเปอร์เซ็นต์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200400" cy="2468880"/>
          </a:xfrm>
          <a:prstGeom prst="roundRect">
            <a:avLst>
              <a:gd name="adj" fmla="val 555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Input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ข้อมูลลูกค้า 19 ตัวแปร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ข้อมูลส่วนตัว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บริการที่ใช้ 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สัญญาและค่าใช้จ่าย 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3017520"/>
            <a:ext cx="411480" cy="45720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2011680"/>
            <a:ext cx="3200400" cy="2468880"/>
          </a:xfrm>
          <a:prstGeom prst="roundRect">
            <a:avLst>
              <a:gd name="adj" fmla="val 555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Model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65176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Binary Classification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Logistic Regression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ให้ผลเป็นความน่าจะเป็น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ไม่ใช่แค่ ใช่ / ไม่ใช่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09560" y="3017520"/>
            <a:ext cx="411480" cy="45720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011680"/>
            <a:ext cx="3136392" cy="2468880"/>
          </a:xfrm>
          <a:prstGeom prst="roundRect">
            <a:avLst>
              <a:gd name="adj" fmla="val 5556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32520" y="214884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Output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2651760"/>
            <a:ext cx="26791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โอกาสยกเลิก 0 ถึง 100%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ระดับความเสี่ยง 4 ระดับ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พร้อมคำแนะนำว่าควรทำอะไร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ผู้ใช้: ทีม Retention ใช้จัดลำดับว่าควรโทรหาใครก่อน ไม่ใช่ใช้ตัดสินขาด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ข้อมูลจริง 7,043 ราย มีลูกค้ายกเลิกแค่ 1 ใน 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108960" cy="1417320"/>
          </a:xfrm>
          <a:prstGeom prst="roundRect">
            <a:avLst>
              <a:gd name="adj" fmla="val 967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27432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7,043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07538"/>
            <a:ext cx="274320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แถว (ลูกค้า)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3108960" cy="1417320"/>
          </a:xfrm>
          <a:prstGeom prst="roundRect">
            <a:avLst>
              <a:gd name="adj" fmla="val 967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520440"/>
            <a:ext cx="27432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07738"/>
            <a:ext cx="274320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คอลัมน์ (19 ฟีเจอร์ + ID + เฉลย)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3108960" cy="1097280"/>
          </a:xfrm>
          <a:prstGeom prst="roundRect">
            <a:avLst>
              <a:gd name="adj" fmla="val 12500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 แถว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709514"/>
            <a:ext cx="274320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ค่าว่างที่ซ่อนเป็นช่องว่างใน TotalCharges</a:t>
            </a:r>
            <a:endParaRPr lang="en-US" sz="1500" dirty="0"/>
          </a:p>
        </p:txBody>
      </p:sp>
      <p:pic>
        <p:nvPicPr>
          <p:cNvPr id="12" name="Image 0" descr="/Users/jed/C/all/learn/ML/project/project/report_figures/s04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691640"/>
            <a:ext cx="7498080" cy="44805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62636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ที่มา: Telco Customer Churn (IBM) บน Kaggle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สัญญารายเดือนยกเลิก 42.7% สัญญา 2 ปียกเลิกแค่ 2.8%</a:t>
            </a:r>
            <a:endParaRPr lang="en-US" sz="3000" dirty="0"/>
          </a:p>
        </p:txBody>
      </p:sp>
      <p:pic>
        <p:nvPicPr>
          <p:cNvPr id="3" name="Image 0" descr="/Users/jed/C/all/learn/ML/project/project/report_figures/s05_dri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91672" cy="4273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2636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ค่าเฉลี่ยทั้งชุดข้อมูล 26.5%  |  สามปัจจัยนี้จะกลายเป็นฟีเจอร์สำคัญที่สุดในสไลด์ที่ 8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เตรียมข้อมูลเป็น Pipeline เดียว ป้องกันข้อมูลรั่วจากชุดทดสอบ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962302" cy="2286000"/>
          </a:xfrm>
          <a:prstGeom prst="roundRect">
            <a:avLst>
              <a:gd name="adj" fmla="val 699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205740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1. แก้ค่าว่าง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60320"/>
            <a:ext cx="15051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TotalCharges 11 แถว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แทนด้วย 0 (tenure = 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29230" y="2880360"/>
            <a:ext cx="283464" cy="36576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0982" y="1920240"/>
            <a:ext cx="1962302" cy="2286000"/>
          </a:xfrm>
          <a:prstGeom prst="roundRect">
            <a:avLst>
              <a:gd name="adj" fmla="val 699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59582" y="205740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2. สร้างฟีเจอร์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059582" y="2560320"/>
            <a:ext cx="15051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Total_Addons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AvgMonthlySpend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11573" y="2880360"/>
            <a:ext cx="283464" cy="36576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13325" y="1920240"/>
            <a:ext cx="1962302" cy="2286000"/>
          </a:xfrm>
          <a:prstGeom prst="roundRect">
            <a:avLst>
              <a:gd name="adj" fmla="val 699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1925" y="205740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3. One-Hot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41925" y="2560320"/>
            <a:ext cx="15051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ข้อความ 16 ตัวแปร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เป็นคอลัมน์ 0/1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93915" y="2880360"/>
            <a:ext cx="283464" cy="36576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5667" y="1920240"/>
            <a:ext cx="1962302" cy="2286000"/>
          </a:xfrm>
          <a:prstGeom prst="roundRect">
            <a:avLst>
              <a:gd name="adj" fmla="val 699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24267" y="205740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4. Scaler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624267" y="2560320"/>
            <a:ext cx="15051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ปรับตัวเลขให้สเกลเท่ากัน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ค่าเฉลี่ย 0, SD 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76258" y="2880360"/>
            <a:ext cx="283464" cy="36576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78010" y="1920240"/>
            <a:ext cx="1962302" cy="2286000"/>
          </a:xfrm>
          <a:prstGeom prst="roundRect">
            <a:avLst>
              <a:gd name="adj" fmla="val 699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06610" y="205740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5. โมเดล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906610" y="2560320"/>
            <a:ext cx="150510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รับข้อมูล 32 คอลัมน์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ที่พร้อมใช้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663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5,634 / 1,409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42239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Train 80% / Test 20% (stratify, random_state 42)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572000"/>
            <a:ext cx="7251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กติกาสำคัญ: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ทุกขั้นตอน fit กับชุด Train เท่านั้น แล้วค่อย transform ชุด Test ชุดทดสอบจึงไม่เคยรั่วเข้าไปในการเรียนรู้ (No Data Leakage)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สร้างฟีเจอร์เพิ่ม 2 ตัว แล้วพบว่าตัวหนึ่งซ้ำกับของเดิม 95.6%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754880" cy="1737360"/>
          </a:xfrm>
          <a:prstGeom prst="roundRect">
            <a:avLst>
              <a:gd name="adj" fmla="val 789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Total_Addons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จำนวนบริการเสริมที่สมัคร (0 ถึง 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สมมติฐาน: ผูกพันหลายบริการ ย้ายค่ายยาก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4754880" cy="1737360"/>
          </a:xfrm>
          <a:prstGeom prst="roundRect">
            <a:avLst>
              <a:gd name="adj" fmla="val 789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886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AvgMonthlySpend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891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ค่าใช้จ่ายสะสม ÷ (อายุการใช้งาน + 1)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สมมติฐาน: จ่ายแพงกว่าเดิม อาจอยากเลิก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23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Correlation กับ MonthlyCharges = </a:t>
            </a:r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0.956</a:t>
            </a:r>
            <a:endParaRPr lang="en-US" sz="1700" dirty="0"/>
          </a:p>
        </p:txBody>
      </p:sp>
      <p:pic>
        <p:nvPicPr>
          <p:cNvPr id="10" name="Image 0" descr="/Users/jed/C/all/learn/ML/project/project/report_figures/fig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91640"/>
            <a:ext cx="4754880" cy="45262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ฟีเจอร์ที่สำคัญที่สุดคือ Contract, InternetService และ tenure</a:t>
            </a:r>
            <a:endParaRPr lang="en-US" sz="3000" dirty="0"/>
          </a:p>
        </p:txBody>
      </p:sp>
      <p:pic>
        <p:nvPicPr>
          <p:cNvPr id="3" name="Image 0" descr="/Users/jed/C/all/learn/ML/project/project/report_figures/fig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863840" cy="42336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0" y="1645920"/>
            <a:ext cx="2953512" cy="2011680"/>
          </a:xfrm>
          <a:prstGeom prst="roundRect">
            <a:avLst>
              <a:gd name="adj" fmla="val 681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15400" y="178308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วิธีวัด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2286000"/>
            <a:ext cx="2496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Permutation Importance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สลับค่าคอลัมน์ทิ้ง แล้วดูว่า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ROC-AUC ตกลงเท่าไร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ทำซ้ำ 10 รอบ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86800" y="3840480"/>
            <a:ext cx="2953512" cy="2057400"/>
          </a:xfrm>
          <a:prstGeom prst="roundRect">
            <a:avLst>
              <a:gd name="adj" fmla="val 6667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397764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วัดบนชุดไหน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4480560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ชุด Validation 1,127 แถว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แบ่งจาก Train อีกที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ไม่แตะชุด Test เลย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2636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แท่งสีแดง = สลับค่าทิ้งแล้วโมเดลไม่แย่ลง คือฟีเจอร์ที่ไม่มีประโยชน์ เช่น gender, PhoneService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ตัดฟีเจอร์ทิ้ง 5 ตัว คะแนนเท่าเดิม แต่โมเดลง่ายขึ้น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0.8455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73629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ก่อนคัด: 21 ฟีเจอร์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32 คอลัมน์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78308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8745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0.8460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973629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หลังคัด: 16 ฟีเจอร์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26 คอลัมน์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ROC-AUC ของ Logistic Regression บนชุดทดสอบ  ผลต่าง +0.0005 = เท่าเดิมในทางปฏิบัติ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5486400" cy="1691640"/>
          </a:xfrm>
          <a:prstGeom prst="roundRect">
            <a:avLst>
              <a:gd name="adj" fmla="val 8108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ตัดทิ้ง 5 ตัว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DeviceProtection, PhoneService, gender, SeniorCitizen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และ Total_Addons ที่เราสร้างเอง (อันดับสุดท้ายจาก 21)</a:t>
            </a:r>
            <a:endParaRPr lang="en-US" sz="1400" dirty="0"/>
          </a:p>
        </p:txBody>
      </p:sp>
      <p:pic>
        <p:nvPicPr>
          <p:cNvPr id="13" name="Image 0" descr="/Users/jed/C/all/learn/ML/project/project/report_figures/fig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212080" cy="32552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0" y="51206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บทเรียน: สร้างฟีเจอร์แล้วต้องวัดผล ไม่ใช่เชื่อสมมติฐาน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ทายว่า "ไม่ยกเลิก" ทุกคน ก็ได้ Accuracy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73.5%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โดยไม่ต้องเรียนรู้อะไรเลย Accuracy จึงหลอกเราได้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ROC-AUC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ตัวชี้วัดหลัก แยกสองกลุ่มได้ดีแค่ไหน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0.5 = เดาสุ่ม, 1.0 = สมบูรณ์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448556" y="49377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PR-AUC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เน้นเฉพาะกลุ่มที่ยกเลิก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เข้มงวดกับข้อมูลไม่สมดุล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348472" y="49377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Recall / Precision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ดูพฤติกรรมที่เกณฑ์ 0.5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จับได้กี่ % / เตือนถูกกี่ %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โมเดลได้ ROC-AUC 0.83 ถึง 0.85 และ Tuning ไม่ทำให้ดีขึ้น</a:t>
            </a:r>
            <a:endParaRPr lang="en-US" sz="3000" dirty="0"/>
          </a:p>
        </p:txBody>
      </p:sp>
      <p:pic>
        <p:nvPicPr>
          <p:cNvPr id="3" name="Image 0" descr="/Users/jed/C/all/learn/ML/project/project/report_figures/s11_tu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760720" cy="4048074"/>
          </a:xfrm>
          <a:prstGeom prst="rect">
            <a:avLst/>
          </a:prstGeom>
        </p:spPr>
      </p:pic>
      <p:pic>
        <p:nvPicPr>
          <p:cNvPr id="4" name="Image 1" descr="/Users/jed/C/all/learn/ML/project/project/report_figures/fig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5029200" cy="436168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62636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ทุกโมเดลใช้ class_weight = balanced  |  Tuning ด้วย GridSearchCV + 5-Fold CV  |  ไม่มีโมเดลใดเปลี่ยนเกิน 0.002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 Logistic Regression: จับลูกค้าที่จะยกเลิกได้ 78%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2651760" cy="1828800"/>
          </a:xfrm>
          <a:prstGeom prst="roundRect">
            <a:avLst>
              <a:gd name="adj" fmla="val 75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78%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169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Recall จับได้ 293 จาก 374 คน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783080"/>
            <a:ext cx="2651760" cy="1828800"/>
          </a:xfrm>
          <a:prstGeom prst="roundRect">
            <a:avLst>
              <a:gd name="adj" fmla="val 7500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A2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51%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9169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Precision ในกลุ่มที่เตือน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ยกเลิกจริงครึ่งหนึ่ง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ROC-AUC สูงสุด 0.8455 (RF 0.8429 ต่างกันไม่มีนัยสำคัญ)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ตีความได้: สัมประสิทธิ์บอกว่าตัวแปรไหนเพิ่มหรือลดความเสี่ยง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ไฟล์ไม่ถึง 10 KB ทำนายเร็ว ติดตั้งบนเซิร์ฟเวอร์ฟรีได้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เหมาะกับการจัดลำดับ ไม่ใช่ตัดสินขาด จึงแสดงเป็น 4 ระดับความเสี่ยง</a:t>
            </a:r>
            <a:endParaRPr lang="en-US" sz="1500" dirty="0"/>
          </a:p>
        </p:txBody>
      </p:sp>
      <p:pic>
        <p:nvPicPr>
          <p:cNvPr id="10" name="Image 0" descr="/Users/jed/C/all/learn/ML/project/project/report_figures/fig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4937760" cy="43708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ใช้งานได้จริงที่ jeddilok.pythonanywhere.com</a:t>
            </a:r>
            <a:endParaRPr lang="en-US" sz="3000" dirty="0"/>
          </a:p>
        </p:txBody>
      </p:sp>
      <p:pic>
        <p:nvPicPr>
          <p:cNvPr id="3" name="Image 0" descr="/Users/jed/C/all/learn/ML/project/project/report_figures/fi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400800" cy="3685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23760" y="1645920"/>
            <a:ext cx="4416552" cy="2011680"/>
          </a:xfrm>
          <a:prstGeom prst="roundRect">
            <a:avLst>
              <a:gd name="adj" fmla="val 6818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737360"/>
            <a:ext cx="4050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62.6%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893162"/>
            <a:ext cx="405079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ลูกค้าใหม่ 2 เดือน สัญญารายเดือน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ไฟเบอร์ ไม่มี TechSupport → เสี่ยงสูง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223760" y="3840480"/>
            <a:ext cx="4416552" cy="2011680"/>
          </a:xfrm>
          <a:prstGeom prst="roundRect">
            <a:avLst>
              <a:gd name="adj" fmla="val 6818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06640" y="3931920"/>
            <a:ext cx="4050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3.3%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5087722"/>
            <a:ext cx="405079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ลูกค้าเก่า 65 เดือน สัญญา 2 ปี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มีบริการเสริมครบ → เสี่ยงต่ำ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40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Flask + scikit-learn Pipeline บน PythonAnywhere  |  บทเรียน: เซิร์ฟเวอร์มี scikit-learn คนละเวอร์ชัน (1.6.0 กับ 1.9.1) จึงแนบข้อมูลไปเทรนใหม่บนเซิร์ฟเวอร์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ระบบจัดลำดับลูกค้าเสี่ยงที่ใช้งานได้จริง ROC-AUC 0.85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2A3574"/>
          </a:solidFill>
          <a:ln w="12700">
            <a:solidFill>
              <a:srgbClr val="2A357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ปัจจัยหลัก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828800"/>
            <a:ext cx="8257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รูปแบบสัญญา ประเภทอินเทอร์เน็ต และอายุการใช้งาน ตรงกับสามัญสำนึกทางธุรกิจ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2A3574"/>
          </a:solidFill>
          <a:ln w="12700">
            <a:solidFill>
              <a:srgbClr val="2A357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สิ่งที่เรียนรู้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880360"/>
            <a:ext cx="8257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Accuracy หลอกได้  |  ฟีเจอร์ที่สร้างเองอาจไร้ประโยชน์  |  Tuning ไม่ได้ช่วยเสมอ  |  ห้ามคัดฟีเจอร์ด้วยชุด Test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2A3574"/>
          </a:solidFill>
          <a:ln w="12700">
            <a:solidFill>
              <a:srgbClr val="2A35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31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ข้อจำกัด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931920"/>
            <a:ext cx="8257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Precision 51% ที่เกณฑ์ 0.5 จึงใช้จัดลำดับ ไม่ใช่ตัดสินขาด  |  ข้อมูลอเมริกัน ใช้กับไทยต้องเทรนใหม่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2A3574"/>
          </a:solidFill>
          <a:ln w="12700">
            <a:solidFill>
              <a:srgbClr val="2A357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ต่อยอด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983480"/>
            <a:ext cx="8257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เพิ่มข้อมูลพฤติกรรมย้อนหลัง เช่น ประวัติร้องเรียน การจ่ายล่าช้า  |  ทดลอง Gradient Boosting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2636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ขอบคุณครับ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ถาม-ตอบ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สไลด์ถัดไปเป็นสไลด์สำรอง เปิดเมื่อถูกถาม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สำรอง A: ทำไม Tuning ไม่ทำให้ดีขึ้น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  <a:gridCol w="2103120"/>
                <a:gridCol w="2103120"/>
                <a:gridCol w="17647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โมเดล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CV ROC-AUC (Train)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Test ROC-AUC ก่อน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Test ROC-AUC หลัง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ผลต่าง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Logistic Regression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0.8482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0.8468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0.8455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-0.0013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Decision Tree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0.8271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0.8277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0.8270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-0.0007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Random Forest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0.8453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0.8412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0.8429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+0.0017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ค่าตั้งต้นที่เลือกไว้แต่แรกอยู่ในช่วงที่เหมาะสมอยู่แล้ว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สัญญาณหลักอยู่ที่ Contract, tenure, InternetService ซึ่งทุกโมเดลจับได้ เพดานจึงอยู่ที่ประมาณ 0.85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CV บนชุดฝึก (0.8482) กับชุดทดสอบ (0.8455) ใกล้กันมาก แปลว่าไม่ Overfit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Tuning จึงเป็นการยืนยันว่าค่าที่ใช้เหมาะสม ไม่ใช่ล้มเหลว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สำรอง B: ป้องกัน Data Leakage อย่างไร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7,043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44445"/>
            <a:ext cx="29260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ข้อมูลทั้งหมด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2240280"/>
            <a:ext cx="411480" cy="45720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173736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828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5,634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644445"/>
            <a:ext cx="29260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Train 80%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173736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1828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1,409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644445"/>
            <a:ext cx="29260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20% ใช้ครั้งเดียวตอนสุดท้าย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3337560"/>
            <a:ext cx="457200" cy="411480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886200"/>
            <a:ext cx="1554480" cy="137160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3977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4,507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73659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ฝึกย่อย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3886200"/>
            <a:ext cx="1554480" cy="1371600"/>
          </a:xfrm>
          <a:prstGeom prst="roundRect">
            <a:avLst>
              <a:gd name="adj" fmla="val 1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3977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1,127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73659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Preprocessor (Scaler, Encoder) fit กับ Train เท่านั้น แล้ว transform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Feature Selection วัด Permutation Importance บน Validation ไม่ใช่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GridSearchCV ใช้ 5-Fold CV ภายใน Train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ถูกใช้ครั้งเดียว ตอนรายงานผลสุดท้าย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สำรอง C: ทำไมใช้ class_weight แทน SMOTE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49240" cy="3291840"/>
          </a:xfrm>
          <a:prstGeom prst="roundRect">
            <a:avLst>
              <a:gd name="adj" fmla="val 416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class_weight = balanced (ที่ใช้)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ให้น้ำหนักลูกค้าที่ยกเลิกมากขึ้นตอนคำนวณ Loss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ไม่สร้างข้อมูลปลอม ไม่เพิ่มเวลาเทรน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ได้ Recall 78% ซึ่งเพียงพอกับเป้าหมาย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ใช้ได้กับทั้ง 3 โมเดลโดยไม่แก้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91072" y="1737360"/>
            <a:ext cx="5349240" cy="329184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8745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SMOTE (ยังไม่ได้ใช้)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377440"/>
            <a:ext cx="4892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สังเคราะห์ลูกค้าปลอมจากเพื่อนบ้านใกล้เคียง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เสี่ยงสร้างลูกค้าที่ไม่มีอยู่จริง เช่น ค่าหมวดหมู่ที่ขัดกัน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ต้องระวังไม่ให้ทำก่อน Split ไม่งั้นรั่ว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เป็นแนวทางต่อยอดที่ทดลองได้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สรุป: เลือกวิธีที่ง่ายกว่าและได้ผลพอ ถ้า Recall ไม่พอค่อยลอง SMOTE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สำรอง D: Hyperparameters ที่ทดลองด้วย GridSearchCV (5-Fold, scoring = ROC-AUC)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593592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โมเดล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ค่าที่ทดลอง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ค่าที่ดีที่สุด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Logistic Regression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C: 0.01, 0.1, 1, 10  |  solver: lbfgs, liblinear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 = 10, solver = lbfgs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Decision Tree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max_depth: 3, 5, 8, 12  |  min_samples_split: 2, 10, 20  |  min_samples_leaf: 1, 5, 10  |  criterion: gini, entropy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max_depth = 5, min_samples_leaf = 10, min_samples_split = 2, criterion = entropy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Random Forest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n_estimators: 100, 200  |  max_depth: 5, 8, 12  |  min_samples_split: 5, 10  |  min_samples_leaf: 2, 4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n_estimators = 200, max_depth = 8, min_samples_split = 10, min_samples_leaf = 4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2636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 = 10 แปลว่า Regularization น้อย เพราะข้อมูลมากเทียบกับจำนวนฟีเจอร์ จึงไม่ค่อย Overfit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สำรอง E: ตัวแปรทั้ง 19 ตัว และเฉลย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  <a:gridCol w="28620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ตัวแปร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ความหมาย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ตัวแปร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ความหมาย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gender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เพศ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OnlineBackup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สำรองข้อมูลออนไลน์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SeniorCitizen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ผู้สูงอายุ (0/1)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DeviceProtection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ประกันอุปกรณ์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Partner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มีคู่สมรส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TechSupport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บริการช่วยเหลือทางเทคนิค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Dependents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มีผู้อยู่ในอุปการะ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StreamingTV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ดูทีวีออนไลน์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tenure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อายุการใช้งาน (เดือน)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StreamingMovies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ดูหนังออนไลน์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PhoneService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บริการโทรศัพท์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Contract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สัญญา: รายเดือน / 1 ปี / 2 ปี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MultipleLines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หลายเลขหมาย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PaperlessBilling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รับบิลออนไลน์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InternetService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DSL / ไฟเบอร์ / ไม่ใช้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PaymentMethod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วิธีชำระเงิน 4 แบบ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OnlineSecurity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ความปลอดภัยออนไลน์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MonthlyCharges / TotalCharges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ค่าบริการต่อเดือน / สะสม (ดอลลาร์)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Churn (เฉลย)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ยกเลิก Yes / No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091672" y="6263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arab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2026-09-27T14:45:19Z</dcterms:created>
  <dcterms:modified xsi:type="dcterms:W3CDTF">2026-09-27T14:45:19Z</dcterms:modified>
</cp:coreProperties>
</file>